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7883525" cy="1101598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34" userDrawn="1">
          <p15:clr>
            <a:srgbClr val="A4A3A4"/>
          </p15:clr>
        </p15:guide>
        <p15:guide id="2" pos="24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D7B"/>
    <a:srgbClr val="EBE383"/>
    <a:srgbClr val="C68E41"/>
    <a:srgbClr val="393226"/>
    <a:srgbClr val="946E36"/>
    <a:srgbClr val="E2A24C"/>
    <a:srgbClr val="EFAC4E"/>
    <a:srgbClr val="EBE88C"/>
    <a:srgbClr val="EAA84E"/>
    <a:srgbClr val="E3A3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434"/>
        <p:guide pos="24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775208" y="1468936"/>
            <a:ext cx="6336687" cy="412921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17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775208" y="5719598"/>
            <a:ext cx="6336687" cy="2365334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070" spc="200"/>
            </a:lvl1pPr>
            <a:lvl2pPr marL="394335" indent="0" algn="ctr">
              <a:buNone/>
              <a:defRPr sz="1725"/>
            </a:lvl2pPr>
            <a:lvl3pPr marL="788670" indent="0" algn="ctr">
              <a:buNone/>
              <a:defRPr sz="1550"/>
            </a:lvl3pPr>
            <a:lvl4pPr marL="1182370" indent="0" algn="ctr">
              <a:buNone/>
              <a:defRPr sz="1380"/>
            </a:lvl4pPr>
            <a:lvl5pPr marL="1576705" indent="0" algn="ctr">
              <a:buNone/>
              <a:defRPr sz="1380"/>
            </a:lvl5pPr>
            <a:lvl6pPr marL="1971040" indent="0" algn="ctr">
              <a:buNone/>
              <a:defRPr sz="1380"/>
            </a:lvl6pPr>
            <a:lvl7pPr marL="2365375" indent="0" algn="ctr">
              <a:buNone/>
              <a:defRPr sz="1380"/>
            </a:lvl7pPr>
            <a:lvl8pPr marL="2759710" indent="0" algn="ctr">
              <a:buNone/>
              <a:defRPr sz="1380"/>
            </a:lvl8pPr>
            <a:lvl9pPr marL="3153410" indent="0" algn="ctr">
              <a:buNone/>
              <a:defRPr sz="138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3424" y="977363"/>
            <a:ext cx="7093272" cy="113351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93424" y="2394250"/>
            <a:ext cx="7093272" cy="764540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87358" y="6182255"/>
            <a:ext cx="5023722" cy="123182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79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287358" y="7414080"/>
            <a:ext cx="5023722" cy="1393754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5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94335" indent="0">
              <a:buNone/>
              <a:defRPr sz="1380">
                <a:solidFill>
                  <a:schemeClr val="tx1">
                    <a:tint val="75000"/>
                  </a:schemeClr>
                </a:solidFill>
              </a:defRPr>
            </a:lvl2pPr>
            <a:lvl3pPr marL="788670" indent="0">
              <a:buNone/>
              <a:defRPr sz="1380">
                <a:solidFill>
                  <a:schemeClr val="tx1">
                    <a:tint val="75000"/>
                  </a:schemeClr>
                </a:solidFill>
              </a:defRPr>
            </a:lvl3pPr>
            <a:lvl4pPr marL="1182370" indent="0">
              <a:buNone/>
              <a:defRPr sz="1380">
                <a:solidFill>
                  <a:schemeClr val="tx1">
                    <a:tint val="75000"/>
                  </a:schemeClr>
                </a:solidFill>
              </a:defRPr>
            </a:lvl4pPr>
            <a:lvl5pPr marL="1576705" indent="0">
              <a:buNone/>
              <a:defRPr sz="1380">
                <a:solidFill>
                  <a:schemeClr val="tx1">
                    <a:tint val="75000"/>
                  </a:schemeClr>
                </a:solidFill>
              </a:defRPr>
            </a:lvl5pPr>
            <a:lvl6pPr marL="1971040" indent="0">
              <a:buNone/>
              <a:defRPr sz="1380">
                <a:solidFill>
                  <a:schemeClr val="tx1">
                    <a:tint val="75000"/>
                  </a:schemeClr>
                </a:solidFill>
              </a:defRPr>
            </a:lvl6pPr>
            <a:lvl7pPr marL="2365375" indent="0">
              <a:buNone/>
              <a:defRPr sz="1380">
                <a:solidFill>
                  <a:schemeClr val="tx1">
                    <a:tint val="75000"/>
                  </a:schemeClr>
                </a:solidFill>
              </a:defRPr>
            </a:lvl7pPr>
            <a:lvl8pPr marL="2759710" indent="0">
              <a:buNone/>
              <a:defRPr sz="1380">
                <a:solidFill>
                  <a:schemeClr val="tx1">
                    <a:tint val="75000"/>
                  </a:schemeClr>
                </a:solidFill>
              </a:defRPr>
            </a:lvl8pPr>
            <a:lvl9pPr marL="3153410" indent="0">
              <a:buNone/>
              <a:defRPr sz="13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3424" y="977363"/>
            <a:ext cx="7093272" cy="113351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93424" y="2411600"/>
            <a:ext cx="3347596" cy="762805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146084" y="2411600"/>
            <a:ext cx="3347596" cy="7628059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3424" y="977363"/>
            <a:ext cx="7093272" cy="113351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93424" y="2295936"/>
            <a:ext cx="3454682" cy="613021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72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94335" indent="0">
              <a:buNone/>
              <a:defRPr sz="1725" b="1"/>
            </a:lvl2pPr>
            <a:lvl3pPr marL="788670" indent="0">
              <a:buNone/>
              <a:defRPr sz="1550" b="1"/>
            </a:lvl3pPr>
            <a:lvl4pPr marL="1182370" indent="0">
              <a:buNone/>
              <a:defRPr sz="1380" b="1"/>
            </a:lvl4pPr>
            <a:lvl5pPr marL="1576705" indent="0">
              <a:buNone/>
              <a:defRPr sz="1380" b="1"/>
            </a:lvl5pPr>
            <a:lvl6pPr marL="1971040" indent="0">
              <a:buNone/>
              <a:defRPr sz="1380" b="1"/>
            </a:lvl6pPr>
            <a:lvl7pPr marL="2365375" indent="0">
              <a:buNone/>
              <a:defRPr sz="1380" b="1"/>
            </a:lvl7pPr>
            <a:lvl8pPr marL="2759710" indent="0">
              <a:buNone/>
              <a:defRPr sz="1380" b="1"/>
            </a:lvl8pPr>
            <a:lvl9pPr marL="3153410" indent="0">
              <a:buNone/>
              <a:defRPr sz="138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93424" y="2978355"/>
            <a:ext cx="3454682" cy="706130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032370" y="2283934"/>
            <a:ext cx="3454682" cy="613021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72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94335" indent="0">
              <a:buNone/>
              <a:defRPr sz="1725" b="1"/>
            </a:lvl2pPr>
            <a:lvl3pPr marL="788670" indent="0">
              <a:buNone/>
              <a:defRPr sz="1550" b="1"/>
            </a:lvl3pPr>
            <a:lvl4pPr marL="1182370" indent="0">
              <a:buNone/>
              <a:defRPr sz="1380" b="1"/>
            </a:lvl4pPr>
            <a:lvl5pPr marL="1576705" indent="0">
              <a:buNone/>
              <a:defRPr sz="1380" b="1"/>
            </a:lvl5pPr>
            <a:lvl6pPr marL="1971040" indent="0">
              <a:buNone/>
              <a:defRPr sz="1380" b="1"/>
            </a:lvl6pPr>
            <a:lvl7pPr marL="2365375" indent="0">
              <a:buNone/>
              <a:defRPr sz="1380" b="1"/>
            </a:lvl7pPr>
            <a:lvl8pPr marL="2759710" indent="0">
              <a:buNone/>
              <a:defRPr sz="1380" b="1"/>
            </a:lvl8pPr>
            <a:lvl9pPr marL="3153410" indent="0">
              <a:buNone/>
              <a:defRPr sz="138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032370" y="2978355"/>
            <a:ext cx="3454682" cy="706130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93424" y="977363"/>
            <a:ext cx="7093272" cy="113351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93424" y="2498348"/>
            <a:ext cx="3383988" cy="740251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8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106509" y="2498348"/>
            <a:ext cx="3380187" cy="7402513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38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6618370" y="1468936"/>
            <a:ext cx="675106" cy="807914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41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91300" y="1468936"/>
            <a:ext cx="5929296" cy="8079149"/>
          </a:xfrm>
        </p:spPr>
        <p:txBody>
          <a:bodyPr vert="eaVert" lIns="46800" tIns="46800" rIns="46800" bIns="46800"/>
          <a:lstStyle>
            <a:lvl1pPr marL="196850" indent="-196850">
              <a:spcAft>
                <a:spcPts val="1000"/>
              </a:spcAft>
              <a:defRPr spc="300"/>
            </a:lvl1pPr>
            <a:lvl2pPr marL="591185" indent="-196850">
              <a:defRPr spc="300"/>
            </a:lvl2pPr>
            <a:lvl3pPr marL="985520" indent="-196850">
              <a:defRPr spc="300"/>
            </a:lvl3pPr>
            <a:lvl4pPr marL="1379855" indent="-196850">
              <a:defRPr spc="300"/>
            </a:lvl4pPr>
            <a:lvl5pPr marL="1774190" indent="-1968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93424" y="1243391"/>
            <a:ext cx="7095600" cy="880783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75208" y="3990417"/>
            <a:ext cx="6336687" cy="1636649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517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775208" y="5719598"/>
            <a:ext cx="6336687" cy="75760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07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93424" y="977363"/>
            <a:ext cx="7093272" cy="113351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93424" y="2394250"/>
            <a:ext cx="7093272" cy="764540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95752" y="10143757"/>
            <a:ext cx="1745965" cy="508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6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661626" y="10143757"/>
            <a:ext cx="2560748" cy="508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6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5740732" y="10143757"/>
            <a:ext cx="1745965" cy="5089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6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88670" rtl="0" eaLnBrk="1" fontAlgn="auto" latinLnBrk="0" hangingPunct="1">
        <a:lnSpc>
          <a:spcPct val="100000"/>
        </a:lnSpc>
        <a:spcBef>
          <a:spcPct val="0"/>
        </a:spcBef>
        <a:buNone/>
        <a:defRPr sz="310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96850" indent="-196850" algn="l" defTabSz="788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5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91185" indent="-196850" algn="l" defTabSz="78867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387475" algn="l"/>
          <a:tab pos="1387475" algn="l"/>
          <a:tab pos="1387475" algn="l"/>
          <a:tab pos="1387475" algn="l"/>
        </a:tabLst>
        <a:defRPr sz="13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985520" indent="-196850" algn="l" defTabSz="78867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38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379855" indent="-196850" algn="l" defTabSz="78867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774190" indent="-196850" algn="l" defTabSz="78867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2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167890" indent="-196850" algn="l" defTabSz="788670" rtl="0" eaLnBrk="1" latinLnBrk="0" hangingPunct="1">
        <a:lnSpc>
          <a:spcPct val="90000"/>
        </a:lnSpc>
        <a:spcBef>
          <a:spcPts val="430"/>
        </a:spcBef>
        <a:buFont typeface="Arial" panose="020B0604020202090204" pitchFamily="34" charset="0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562225" indent="-196850" algn="l" defTabSz="788670" rtl="0" eaLnBrk="1" latinLnBrk="0" hangingPunct="1">
        <a:lnSpc>
          <a:spcPct val="90000"/>
        </a:lnSpc>
        <a:spcBef>
          <a:spcPts val="430"/>
        </a:spcBef>
        <a:buFont typeface="Arial" panose="020B0604020202090204" pitchFamily="34" charset="0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7pPr>
      <a:lvl8pPr marL="2956560" indent="-196850" algn="l" defTabSz="788670" rtl="0" eaLnBrk="1" latinLnBrk="0" hangingPunct="1">
        <a:lnSpc>
          <a:spcPct val="90000"/>
        </a:lnSpc>
        <a:spcBef>
          <a:spcPts val="430"/>
        </a:spcBef>
        <a:buFont typeface="Arial" panose="020B0604020202090204" pitchFamily="34" charset="0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8pPr>
      <a:lvl9pPr marL="3350895" indent="-196850" algn="l" defTabSz="788670" rtl="0" eaLnBrk="1" latinLnBrk="0" hangingPunct="1">
        <a:lnSpc>
          <a:spcPct val="90000"/>
        </a:lnSpc>
        <a:spcBef>
          <a:spcPts val="430"/>
        </a:spcBef>
        <a:buFont typeface="Arial" panose="020B0604020202090204" pitchFamily="34" charset="0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8867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1pPr>
      <a:lvl2pPr marL="394335" algn="l" defTabSz="78867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788670" algn="l" defTabSz="78867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3pPr>
      <a:lvl4pPr marL="1182370" algn="l" defTabSz="78867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4pPr>
      <a:lvl5pPr marL="1576705" algn="l" defTabSz="78867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5pPr>
      <a:lvl6pPr marL="1971040" algn="l" defTabSz="78867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365375" algn="l" defTabSz="78867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7pPr>
      <a:lvl8pPr marL="2759710" algn="l" defTabSz="78867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8pPr>
      <a:lvl9pPr marL="3153410" algn="l" defTabSz="78867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SACA证书2_画板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883525" cy="1101534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100580" y="7691755"/>
            <a:ext cx="2627630" cy="192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solidFill>
                  <a:srgbClr val="EAA84E">
                    <a:alpha val="94000"/>
                  </a:srgbClr>
                </a:solidFill>
                <a:latin typeface="阿里巴巴普惠体" panose="00020600040101010101" charset="-122"/>
                <a:ea typeface="阿里巴巴普惠体" panose="00020600040101010101" charset="-122"/>
                <a:sym typeface="+mn-ea"/>
              </a:rPr>
              <a:t>{{ID}}</a:t>
            </a:r>
            <a:endParaRPr lang="en-US" altLang="zh-CN" sz="1200">
              <a:solidFill>
                <a:srgbClr val="C68E41">
                  <a:alpha val="94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Times New Roman" panose="0202050305040509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28900" y="5159375"/>
            <a:ext cx="26276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solidFill>
                  <a:srgbClr val="EBE88C"/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{{CN_NAME}}</a:t>
            </a:r>
            <a:endParaRPr lang="zh-CN" altLang="en-US" sz="3200">
              <a:solidFill>
                <a:srgbClr val="EBDD7B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628900" y="5805805"/>
            <a:ext cx="2627630" cy="295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>
                <a:solidFill>
                  <a:srgbClr val="EBE88C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{{EN_NAME}}</a:t>
            </a:r>
            <a:endParaRPr lang="en-US" altLang="zh-CN" sz="2000">
              <a:solidFill>
                <a:srgbClr val="EBE88C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  <a:p>
            <a:pPr algn="ctr"/>
            <a:endParaRPr lang="en-US" altLang="zh-CN" sz="2000">
              <a:solidFill>
                <a:srgbClr val="EBDD7B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WPS 表格</Application>
  <PresentationFormat>宽屏</PresentationFormat>
  <Paragraphs>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汉仪旗黑</vt:lpstr>
      <vt:lpstr>Times New Roman</vt:lpstr>
      <vt:lpstr>思源黑体 CN Bold</vt:lpstr>
      <vt:lpstr>思源黑体 CN Medium</vt:lpstr>
      <vt:lpstr>汉仪中黑KW</vt:lpstr>
      <vt:lpstr>Calibri</vt:lpstr>
      <vt:lpstr>Helvetica Neue</vt:lpstr>
      <vt:lpstr>汉仪书宋二KW</vt:lpstr>
      <vt:lpstr>宋体</vt:lpstr>
      <vt:lpstr>Arial Unicode MS</vt:lpstr>
      <vt:lpstr>微软雅黑</vt:lpstr>
      <vt:lpstr>思源黑体 CN Bold</vt:lpstr>
      <vt:lpstr>思源黑体 CN Medium</vt:lpstr>
      <vt:lpstr>阿里巴巴普惠体</vt:lpstr>
      <vt:lpstr>苹方-简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Hedgehog</cp:lastModifiedBy>
  <cp:revision>161</cp:revision>
  <dcterms:created xsi:type="dcterms:W3CDTF">2026-05-20T04:14:26Z</dcterms:created>
  <dcterms:modified xsi:type="dcterms:W3CDTF">2026-05-20T04:14:26Z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B732C300D3AC481EA88715BB7D70076D_11</vt:lpwstr>
  </property>
</Properties>
</file>